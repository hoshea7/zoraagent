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Active teams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980</c:v>
                </c:pt>
                <c:pt idx="1">
                  <c:v>1105</c:v>
                </c:pt>
                <c:pt idx="2">
                  <c:v>1248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adoption result and clarify that all figures are test data. PPTX_SPEAKER_NOTE_MARKER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out the June value and the reliability trend.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Launch Readout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Q2 2026 · Document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and reliability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8016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37960" y="1508760"/>
            <a:ext cx="50749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t>PPTX_REALISTIC_MARKER</a:t>
            </a:r>
          </a:p>
          <a:p>
            <a:pPr>
              <a:defRPr sz="1800"/>
            </a:pPr>
            <a:r>
              <a:t>1,248 active teams in June</a:t>
            </a:r>
          </a:p>
          <a:p>
            <a:pPr>
              <a:defRPr sz="1800"/>
            </a:pPr>
            <a:r>
              <a:t>98.6 percent successful reads</a:t>
            </a:r>
          </a:p>
          <a:p>
            <a:pPr>
              <a:defRPr sz="1800"/>
            </a:pPr>
            <a:r>
              <a:t>Median processing time below two seconds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readiness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77724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PDF and Office parsing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Mei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Ready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Claude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Ready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Pi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Sofia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Ready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Launch Readout</dc:title>
  <dc:subject/>
  <dc:creator>Zora QA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